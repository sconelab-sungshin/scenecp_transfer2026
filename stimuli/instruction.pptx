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77" d="100"/>
          <a:sy n="77" d="100"/>
        </p:scale>
        <p:origin x="68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AC353-CDBE-16EA-0762-8EA46D93D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B20740-8C82-0C4F-CAEC-07E2CD437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0ACF3-6E15-D153-B6E3-939C83BED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B7BE6-0140-E04A-BD66-C219CB06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FCFAA5-FCAB-0547-7B1E-1CD61C14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14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A556D-0B88-76A6-3FC7-566924E3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6D14D-0FE3-FC3B-BEAD-9719D4F7C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395B2-F5E8-EB34-591C-538537524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93DC6-B144-19CC-A5FA-F003729E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D4AB8-8EDB-8964-053F-E79B745C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80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D1C0B-F81A-D210-86F7-27501B36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03E2C0-5181-A1F5-5763-E40E7013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147454-E70C-CDB9-48C7-1CB7B2F1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40EBAF-333E-2F71-FEBE-56AAD8C1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850E9-85BB-0706-81F2-6EC0E5DB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7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4088C-E729-8283-C6F7-B807AE0B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89CB9-E4C6-EB18-B06C-C47AE64CD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565DFE-3570-4A81-342D-FA3E8F49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FF988A-23B2-3BC8-7EFE-C868A8F9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FE427E-AB26-2760-9780-3DC75363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A6881-4CD1-73EB-E03A-11A2D60A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86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DE822-D93C-12B6-25A9-CB0A6AF7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27B7B3-5067-8A77-E5AB-7B4D79052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64C29D-2B57-D298-0671-F001EED05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0FC977-AF9D-E500-A433-19FFAE2CD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E041B9-A5B5-267C-B323-C3129FBB5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180133-235B-5E53-FC91-E26D451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CBD8CA-7D17-D253-8E63-A612E283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BCC7BC-812B-D380-7704-DCDDAB1D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2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87AFD-AD5C-32BE-44CE-A45BC6C7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9BF1C0-5F0E-D343-7387-206D3F4F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D40F96-787A-B39B-E725-F8CF8D28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7CF11A-E48B-D185-DF15-30731E6A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09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DAA969-0D5B-4A79-5A93-9A7703CD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0FC125-2A8D-BEC5-846C-FA537006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B7DE8-5475-25F5-F3AB-392C5ECB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49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7665B-3BFF-28B4-9870-C785328A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91A898-116D-820C-178B-3EA328C9F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60C1BD-0F84-862D-5B5D-F0C133116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B39CA6-AA48-87C7-6137-308343F8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F86347-7DF6-A5B7-5739-85AD09F9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11F4C9-4B00-A0D9-AFA3-4DF5A52C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44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483E6-B797-099A-0CFA-5CB9F1A6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EDB568-EE7C-0BD6-B6B8-1A3F13A7C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7A1789-8B8C-2DA9-0F8D-F533610FA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783D82-9DCD-A281-959F-A89264E6F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0C2E5F-6DA8-8DA2-51E5-68687FC0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5721C3-C5EF-2343-A5B5-7CCFA180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60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B8814-4CBE-DA6B-FDD3-08DE5574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921BEC-5ABA-4DD5-8D52-84A5F62EA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9CE45-C097-8464-6F96-327F803C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27A174-EB9A-7C11-03D1-ADDC47E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FE2E9-4A94-88E4-E416-BA149F6B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07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96D10A-3D52-A15A-729A-D050B5BAA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FB6C22-548C-B14B-8A46-2E32074ED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EF0938-F733-5177-CC0C-31936328A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AFFC66-7943-5BD8-A1A1-6AC4472B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9D16B-333A-55DD-1291-02930585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18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BE0C8C-1FE5-317C-04A0-2091590C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8E0E32-FF9F-7ABC-33FD-ED63B55B4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07FA4A-A693-B97F-19DF-2DFC2839B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BE0AB-278B-4900-82F9-9D1E44CACDAC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437CD7-F071-F3FE-3BC1-A7A658475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76972-39E0-B0CC-A672-C3FAC5AF5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45632-9EBE-4413-8E8E-DD82F357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10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CDD6E7E-DCF9-3F45-EAFC-EDEFDAF69921}"/>
              </a:ext>
            </a:extLst>
          </p:cNvPr>
          <p:cNvSpPr/>
          <p:nvPr/>
        </p:nvSpPr>
        <p:spPr>
          <a:xfrm>
            <a:off x="1052623" y="2169042"/>
            <a:ext cx="2371061" cy="13609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20B365-10A4-5F1B-06A0-65A14EA8051C}"/>
              </a:ext>
            </a:extLst>
          </p:cNvPr>
          <p:cNvSpPr/>
          <p:nvPr/>
        </p:nvSpPr>
        <p:spPr>
          <a:xfrm>
            <a:off x="2853070" y="2289544"/>
            <a:ext cx="2371061" cy="1360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CFF38-AED2-6A23-06BA-47D6455E2A42}"/>
              </a:ext>
            </a:extLst>
          </p:cNvPr>
          <p:cNvSpPr/>
          <p:nvPr/>
        </p:nvSpPr>
        <p:spPr>
          <a:xfrm>
            <a:off x="4719409" y="2410046"/>
            <a:ext cx="2371061" cy="1360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008EEC-6377-6381-1F73-B5A5E8098109}"/>
              </a:ext>
            </a:extLst>
          </p:cNvPr>
          <p:cNvSpPr/>
          <p:nvPr/>
        </p:nvSpPr>
        <p:spPr>
          <a:xfrm>
            <a:off x="6418707" y="2530548"/>
            <a:ext cx="2371061" cy="1360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18D45-4032-4C65-7C03-7A1D42EA5BC9}"/>
              </a:ext>
            </a:extLst>
          </p:cNvPr>
          <p:cNvSpPr txBox="1"/>
          <p:nvPr/>
        </p:nvSpPr>
        <p:spPr>
          <a:xfrm>
            <a:off x="1052623" y="3645293"/>
            <a:ext cx="17917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1300" dirty="0"/>
              <a:t>Be</a:t>
            </a:r>
            <a:r>
              <a:rPr lang="ko-KR" altLang="en-US" sz="1300" dirty="0"/>
              <a:t> </a:t>
            </a:r>
            <a:r>
              <a:rPr lang="en-US" altLang="ko-KR" sz="1300" dirty="0"/>
              <a:t>ready</a:t>
            </a:r>
            <a:r>
              <a:rPr lang="ko-KR" altLang="en-US" sz="1300" dirty="0"/>
              <a:t> </a:t>
            </a:r>
            <a:r>
              <a:rPr lang="en-US" altLang="ko-KR" sz="1300" dirty="0"/>
              <a:t>to</a:t>
            </a:r>
            <a:r>
              <a:rPr lang="ko-KR" altLang="en-US" sz="1300" dirty="0"/>
              <a:t> </a:t>
            </a:r>
            <a:r>
              <a:rPr lang="en-US" altLang="ko-KR" sz="1300" dirty="0"/>
              <a:t>see and</a:t>
            </a:r>
          </a:p>
          <a:p>
            <a:pPr algn="dist"/>
            <a:r>
              <a:rPr lang="en-US" altLang="ko-KR" sz="1300" dirty="0"/>
              <a:t>remember an image 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0B058C-783B-300B-4F32-71C17C29DB19}"/>
              </a:ext>
            </a:extLst>
          </p:cNvPr>
          <p:cNvSpPr txBox="1"/>
          <p:nvPr/>
        </p:nvSpPr>
        <p:spPr>
          <a:xfrm>
            <a:off x="2927700" y="3777676"/>
            <a:ext cx="17917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Memorize the image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FBD554-EF20-B869-E2B8-895602B35ABE}"/>
              </a:ext>
            </a:extLst>
          </p:cNvPr>
          <p:cNvSpPr txBox="1"/>
          <p:nvPr/>
        </p:nvSpPr>
        <p:spPr>
          <a:xfrm>
            <a:off x="4851554" y="3891514"/>
            <a:ext cx="143500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Hold the image </a:t>
            </a:r>
          </a:p>
          <a:p>
            <a:r>
              <a:rPr lang="en-US" altLang="ko-KR" sz="1300" dirty="0"/>
              <a:t>in memory! </a:t>
            </a:r>
            <a:endParaRPr lang="ko-KR" altLang="en-US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7F675D-E748-35D8-8EBA-E77196C18C08}"/>
              </a:ext>
            </a:extLst>
          </p:cNvPr>
          <p:cNvSpPr txBox="1"/>
          <p:nvPr/>
        </p:nvSpPr>
        <p:spPr>
          <a:xfrm>
            <a:off x="6418707" y="4004603"/>
            <a:ext cx="41978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The image on the left will change </a:t>
            </a:r>
          </a:p>
          <a:p>
            <a:r>
              <a:rPr lang="en-US" altLang="ko-KR" sz="1300" dirty="0"/>
              <a:t>based on your mouse position. </a:t>
            </a:r>
          </a:p>
          <a:p>
            <a:r>
              <a:rPr lang="en-US" altLang="ko-KR" sz="1300" dirty="0"/>
              <a:t>Find the memorized image by </a:t>
            </a:r>
          </a:p>
          <a:p>
            <a:r>
              <a:rPr lang="en-US" altLang="ko-KR" sz="1300" dirty="0"/>
              <a:t>click within the circle </a:t>
            </a:r>
            <a:endParaRPr lang="ko-KR" altLang="en-US" sz="13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AAD2E06-841F-0268-E494-7851C8683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679" y="2640106"/>
            <a:ext cx="659841" cy="659841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D410BD2C-3EF0-65E4-DDD2-C8D0B1211D8B}"/>
              </a:ext>
            </a:extLst>
          </p:cNvPr>
          <p:cNvSpPr/>
          <p:nvPr/>
        </p:nvSpPr>
        <p:spPr>
          <a:xfrm>
            <a:off x="7794133" y="2883312"/>
            <a:ext cx="723482" cy="703386"/>
          </a:xfrm>
          <a:prstGeom prst="ellipse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래픽 42" descr="커서">
            <a:extLst>
              <a:ext uri="{FF2B5EF4-FFF2-40B4-BE49-F238E27FC236}">
                <a16:creationId xmlns:a16="http://schemas.microsoft.com/office/drawing/2014/main" id="{1A694D0C-18DB-7EA7-2863-BE49783FF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0746" y="3235005"/>
            <a:ext cx="228600" cy="228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ACCA4BB9-7A26-C0C8-6C9A-1687F315F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241" y="2908776"/>
            <a:ext cx="652457" cy="6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3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C903E-ADF1-C9CA-60F7-D500D513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81287F9-90FD-9D5E-920A-6798EDA3C02E}"/>
              </a:ext>
            </a:extLst>
          </p:cNvPr>
          <p:cNvSpPr/>
          <p:nvPr/>
        </p:nvSpPr>
        <p:spPr>
          <a:xfrm>
            <a:off x="259707" y="1459433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EB3D3-CAAF-2275-A030-1F26D15D69E4}"/>
              </a:ext>
            </a:extLst>
          </p:cNvPr>
          <p:cNvSpPr txBox="1"/>
          <p:nvPr/>
        </p:nvSpPr>
        <p:spPr>
          <a:xfrm>
            <a:off x="258257" y="3661840"/>
            <a:ext cx="2401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dirty="0"/>
              <a:t>Be</a:t>
            </a:r>
            <a:r>
              <a:rPr lang="ko-KR" altLang="en-US" dirty="0"/>
              <a:t> </a:t>
            </a:r>
            <a:r>
              <a:rPr lang="en-US" altLang="ko-KR" dirty="0"/>
              <a:t>ready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see and</a:t>
            </a:r>
          </a:p>
          <a:p>
            <a:pPr algn="dist"/>
            <a:r>
              <a:rPr lang="en-US" altLang="ko-KR" dirty="0"/>
              <a:t>remember an image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4843FC-68DF-C478-E92D-D615806EB25A}"/>
              </a:ext>
            </a:extLst>
          </p:cNvPr>
          <p:cNvSpPr txBox="1"/>
          <p:nvPr/>
        </p:nvSpPr>
        <p:spPr>
          <a:xfrm>
            <a:off x="3073882" y="3938839"/>
            <a:ext cx="261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Memorize the image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43968-75A5-3703-0DCA-A8E8F01AF40B}"/>
              </a:ext>
            </a:extLst>
          </p:cNvPr>
          <p:cNvSpPr txBox="1"/>
          <p:nvPr/>
        </p:nvSpPr>
        <p:spPr>
          <a:xfrm>
            <a:off x="5847627" y="4214772"/>
            <a:ext cx="206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Hold the image</a:t>
            </a:r>
          </a:p>
          <a:p>
            <a:r>
              <a:rPr lang="en-US" altLang="ko-KR" dirty="0"/>
              <a:t>in memory! 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7C2833-1FDA-58A1-F3F5-4E01B499546B}"/>
              </a:ext>
            </a:extLst>
          </p:cNvPr>
          <p:cNvSpPr txBox="1"/>
          <p:nvPr/>
        </p:nvSpPr>
        <p:spPr>
          <a:xfrm>
            <a:off x="8580064" y="4466607"/>
            <a:ext cx="34334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image on the left will </a:t>
            </a:r>
          </a:p>
          <a:p>
            <a:r>
              <a:rPr lang="en-US" altLang="ko-KR" dirty="0"/>
              <a:t>change based on your mouse position. Find the memorized </a:t>
            </a:r>
          </a:p>
          <a:p>
            <a:r>
              <a:rPr lang="en-US" altLang="ko-KR" dirty="0"/>
              <a:t>image by click within the circle 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03D1E5-E6D3-A487-FE5F-2F14294FC284}"/>
              </a:ext>
            </a:extLst>
          </p:cNvPr>
          <p:cNvSpPr/>
          <p:nvPr/>
        </p:nvSpPr>
        <p:spPr>
          <a:xfrm>
            <a:off x="2980455" y="1716100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DFF72A-4AFB-CB2E-7907-B0877E07FFDA}"/>
              </a:ext>
            </a:extLst>
          </p:cNvPr>
          <p:cNvSpPr/>
          <p:nvPr/>
        </p:nvSpPr>
        <p:spPr>
          <a:xfrm>
            <a:off x="5778053" y="1972767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78B276-0545-3DAB-38B8-3599C1A487CD}"/>
              </a:ext>
            </a:extLst>
          </p:cNvPr>
          <p:cNvSpPr/>
          <p:nvPr/>
        </p:nvSpPr>
        <p:spPr>
          <a:xfrm>
            <a:off x="8498801" y="2229434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2EF17650-ECCF-28F1-300A-66A8BEDD4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634" y="2360707"/>
            <a:ext cx="879134" cy="87913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981F8836-FFEE-8D2F-6CF9-C2B14D57B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430" y="2898423"/>
            <a:ext cx="879134" cy="87913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703E70EB-3611-A088-B869-2CACC85EACD9}"/>
              </a:ext>
            </a:extLst>
          </p:cNvPr>
          <p:cNvSpPr/>
          <p:nvPr/>
        </p:nvSpPr>
        <p:spPr>
          <a:xfrm>
            <a:off x="10470250" y="2849659"/>
            <a:ext cx="972193" cy="927898"/>
          </a:xfrm>
          <a:prstGeom prst="ellipse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래픽 42" descr="커서">
            <a:extLst>
              <a:ext uri="{FF2B5EF4-FFF2-40B4-BE49-F238E27FC236}">
                <a16:creationId xmlns:a16="http://schemas.microsoft.com/office/drawing/2014/main" id="{D032E211-DA1E-B1BA-EBC7-5FC885B4BC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5184" y="3343426"/>
            <a:ext cx="301216" cy="30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0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2A0A3-94D6-2650-C90E-4F25465B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39DD09C-5B38-242E-08A7-DABE185E9684}"/>
              </a:ext>
            </a:extLst>
          </p:cNvPr>
          <p:cNvSpPr/>
          <p:nvPr/>
        </p:nvSpPr>
        <p:spPr>
          <a:xfrm>
            <a:off x="259707" y="1459433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A6594-2E73-C5B5-AD95-933BA7B55DE8}"/>
              </a:ext>
            </a:extLst>
          </p:cNvPr>
          <p:cNvSpPr txBox="1"/>
          <p:nvPr/>
        </p:nvSpPr>
        <p:spPr>
          <a:xfrm>
            <a:off x="258257" y="3661840"/>
            <a:ext cx="2401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dirty="0"/>
              <a:t>Be</a:t>
            </a:r>
            <a:r>
              <a:rPr lang="ko-KR" altLang="en-US" dirty="0"/>
              <a:t> </a:t>
            </a:r>
            <a:r>
              <a:rPr lang="en-US" altLang="ko-KR" dirty="0"/>
              <a:t>ready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see and</a:t>
            </a:r>
          </a:p>
          <a:p>
            <a:pPr algn="dist"/>
            <a:r>
              <a:rPr lang="en-US" altLang="ko-KR" dirty="0"/>
              <a:t>remember an image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9E0996-E59C-57D6-E3B3-D3782F6E8D9C}"/>
              </a:ext>
            </a:extLst>
          </p:cNvPr>
          <p:cNvSpPr txBox="1"/>
          <p:nvPr/>
        </p:nvSpPr>
        <p:spPr>
          <a:xfrm>
            <a:off x="3073882" y="3938839"/>
            <a:ext cx="261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Memorize the image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D198E-AFCE-562D-5357-B9DE88FDB6C2}"/>
              </a:ext>
            </a:extLst>
          </p:cNvPr>
          <p:cNvSpPr txBox="1"/>
          <p:nvPr/>
        </p:nvSpPr>
        <p:spPr>
          <a:xfrm>
            <a:off x="5847627" y="4214772"/>
            <a:ext cx="206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Hold the image</a:t>
            </a:r>
          </a:p>
          <a:p>
            <a:r>
              <a:rPr lang="en-US" altLang="ko-KR" dirty="0"/>
              <a:t>in memory! 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19613E-AF72-4495-46D8-5CA70CDCD066}"/>
              </a:ext>
            </a:extLst>
          </p:cNvPr>
          <p:cNvSpPr txBox="1"/>
          <p:nvPr/>
        </p:nvSpPr>
        <p:spPr>
          <a:xfrm>
            <a:off x="8580064" y="4466607"/>
            <a:ext cx="34334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image on the left will </a:t>
            </a:r>
          </a:p>
          <a:p>
            <a:r>
              <a:rPr lang="en-US" altLang="ko-KR" dirty="0"/>
              <a:t>change based on your mouse position. Find the memorized </a:t>
            </a:r>
          </a:p>
          <a:p>
            <a:r>
              <a:rPr lang="en-US" altLang="ko-KR" dirty="0"/>
              <a:t>image by click within the circle 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76E4DC-178E-2B1D-E10A-D5A4D6F687BF}"/>
              </a:ext>
            </a:extLst>
          </p:cNvPr>
          <p:cNvSpPr/>
          <p:nvPr/>
        </p:nvSpPr>
        <p:spPr>
          <a:xfrm>
            <a:off x="2980455" y="1716100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6D8F90-CAB2-8BB8-9D52-B821278F4450}"/>
              </a:ext>
            </a:extLst>
          </p:cNvPr>
          <p:cNvSpPr/>
          <p:nvPr/>
        </p:nvSpPr>
        <p:spPr>
          <a:xfrm>
            <a:off x="5778053" y="1972767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270C17-410F-0967-A5C3-B7DC9D1A9224}"/>
              </a:ext>
            </a:extLst>
          </p:cNvPr>
          <p:cNvSpPr/>
          <p:nvPr/>
        </p:nvSpPr>
        <p:spPr>
          <a:xfrm>
            <a:off x="8498801" y="2229434"/>
            <a:ext cx="3433492" cy="21683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9354C7A-2E18-7BFC-992E-61376395B7BD}"/>
              </a:ext>
            </a:extLst>
          </p:cNvPr>
          <p:cNvSpPr/>
          <p:nvPr/>
        </p:nvSpPr>
        <p:spPr>
          <a:xfrm>
            <a:off x="10470250" y="2849659"/>
            <a:ext cx="972193" cy="927898"/>
          </a:xfrm>
          <a:prstGeom prst="ellipse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래픽 42" descr="커서">
            <a:extLst>
              <a:ext uri="{FF2B5EF4-FFF2-40B4-BE49-F238E27FC236}">
                <a16:creationId xmlns:a16="http://schemas.microsoft.com/office/drawing/2014/main" id="{FC303E8B-773B-2422-A951-FD7B00087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95184" y="3343426"/>
            <a:ext cx="301216" cy="3012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79C888F-C36B-BD25-F378-4DB34CECF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34" y="2360707"/>
            <a:ext cx="879134" cy="8791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104509-3D6E-2CE8-EA6A-2E75A4A2F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266" y="2903859"/>
            <a:ext cx="879134" cy="87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0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3C8C-58E5-9974-710E-02F70058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19A8486-E3F8-9576-EC40-8B1928863F7F}"/>
              </a:ext>
            </a:extLst>
          </p:cNvPr>
          <p:cNvSpPr/>
          <p:nvPr/>
        </p:nvSpPr>
        <p:spPr>
          <a:xfrm>
            <a:off x="1052623" y="2169042"/>
            <a:ext cx="2371061" cy="13609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8CB019-0132-383F-6840-FCA9C9978E44}"/>
              </a:ext>
            </a:extLst>
          </p:cNvPr>
          <p:cNvSpPr/>
          <p:nvPr/>
        </p:nvSpPr>
        <p:spPr>
          <a:xfrm>
            <a:off x="2853070" y="2289544"/>
            <a:ext cx="2371061" cy="1360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CCD20E-D544-A2B8-E052-95213A3B9FEA}"/>
              </a:ext>
            </a:extLst>
          </p:cNvPr>
          <p:cNvSpPr/>
          <p:nvPr/>
        </p:nvSpPr>
        <p:spPr>
          <a:xfrm>
            <a:off x="4719409" y="2410046"/>
            <a:ext cx="2371061" cy="1360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6C74C4-C654-99DF-6EAF-26F9EEC5DC55}"/>
              </a:ext>
            </a:extLst>
          </p:cNvPr>
          <p:cNvSpPr/>
          <p:nvPr/>
        </p:nvSpPr>
        <p:spPr>
          <a:xfrm>
            <a:off x="6418707" y="2530548"/>
            <a:ext cx="2371061" cy="1360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887457-AD2C-0F03-6867-0BAEFF206FD5}"/>
              </a:ext>
            </a:extLst>
          </p:cNvPr>
          <p:cNvSpPr txBox="1"/>
          <p:nvPr/>
        </p:nvSpPr>
        <p:spPr>
          <a:xfrm>
            <a:off x="1052623" y="3645293"/>
            <a:ext cx="17917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1300" dirty="0"/>
              <a:t>Be</a:t>
            </a:r>
            <a:r>
              <a:rPr lang="ko-KR" altLang="en-US" sz="1300" dirty="0"/>
              <a:t> </a:t>
            </a:r>
            <a:r>
              <a:rPr lang="en-US" altLang="ko-KR" sz="1300" dirty="0"/>
              <a:t>ready</a:t>
            </a:r>
            <a:r>
              <a:rPr lang="ko-KR" altLang="en-US" sz="1300" dirty="0"/>
              <a:t> </a:t>
            </a:r>
            <a:r>
              <a:rPr lang="en-US" altLang="ko-KR" sz="1300" dirty="0"/>
              <a:t>to</a:t>
            </a:r>
            <a:r>
              <a:rPr lang="ko-KR" altLang="en-US" sz="1300" dirty="0"/>
              <a:t> </a:t>
            </a:r>
            <a:r>
              <a:rPr lang="en-US" altLang="ko-KR" sz="1300" dirty="0"/>
              <a:t>see and</a:t>
            </a:r>
          </a:p>
          <a:p>
            <a:pPr algn="dist"/>
            <a:r>
              <a:rPr lang="en-US" altLang="ko-KR" sz="1300" dirty="0"/>
              <a:t>remember an image 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2EF715-187B-7B1E-E62C-0474C572E6CE}"/>
              </a:ext>
            </a:extLst>
          </p:cNvPr>
          <p:cNvSpPr txBox="1"/>
          <p:nvPr/>
        </p:nvSpPr>
        <p:spPr>
          <a:xfrm>
            <a:off x="2927700" y="3777676"/>
            <a:ext cx="17917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Memorize the image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AA6510-6A83-AAA4-D808-FFA1E7896377}"/>
              </a:ext>
            </a:extLst>
          </p:cNvPr>
          <p:cNvSpPr txBox="1"/>
          <p:nvPr/>
        </p:nvSpPr>
        <p:spPr>
          <a:xfrm>
            <a:off x="4851554" y="3891514"/>
            <a:ext cx="143500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Hold the image </a:t>
            </a:r>
          </a:p>
          <a:p>
            <a:r>
              <a:rPr lang="en-US" altLang="ko-KR" sz="1300" dirty="0"/>
              <a:t>in memory! </a:t>
            </a:r>
            <a:endParaRPr lang="ko-KR" altLang="en-US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C5421C-3642-301A-8AC8-25962F6FF703}"/>
              </a:ext>
            </a:extLst>
          </p:cNvPr>
          <p:cNvSpPr txBox="1"/>
          <p:nvPr/>
        </p:nvSpPr>
        <p:spPr>
          <a:xfrm>
            <a:off x="6418707" y="4004603"/>
            <a:ext cx="41978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The image on the left will change </a:t>
            </a:r>
          </a:p>
          <a:p>
            <a:r>
              <a:rPr lang="en-US" altLang="ko-KR" sz="1300" dirty="0"/>
              <a:t>based on your mouse position. </a:t>
            </a:r>
          </a:p>
          <a:p>
            <a:r>
              <a:rPr lang="en-US" altLang="ko-KR" sz="1300" dirty="0"/>
              <a:t>Find the memorized image by </a:t>
            </a:r>
          </a:p>
          <a:p>
            <a:r>
              <a:rPr lang="en-US" altLang="ko-KR" sz="1300" dirty="0"/>
              <a:t>click within the circle </a:t>
            </a:r>
            <a:endParaRPr lang="ko-KR" altLang="en-US" sz="13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8F89355-9FAC-FC87-F606-6C70C208C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657" y="2905085"/>
            <a:ext cx="659841" cy="659841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8CAEAFCB-B4A8-A059-9A1A-EB8C24E500A3}"/>
              </a:ext>
            </a:extLst>
          </p:cNvPr>
          <p:cNvSpPr/>
          <p:nvPr/>
        </p:nvSpPr>
        <p:spPr>
          <a:xfrm>
            <a:off x="7794133" y="2883312"/>
            <a:ext cx="723482" cy="703386"/>
          </a:xfrm>
          <a:prstGeom prst="ellipse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래픽 42" descr="커서">
            <a:extLst>
              <a:ext uri="{FF2B5EF4-FFF2-40B4-BE49-F238E27FC236}">
                <a16:creationId xmlns:a16="http://schemas.microsoft.com/office/drawing/2014/main" id="{45233ED7-4CD8-7D3D-E168-E6778309A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0746" y="3235005"/>
            <a:ext cx="228600" cy="2286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58EEC2E-C268-2386-C642-54F31CE45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736" y="2640106"/>
            <a:ext cx="659841" cy="65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2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160</Words>
  <Application>Microsoft Office PowerPoint</Application>
  <PresentationFormat>와이드스크린</PresentationFormat>
  <Paragraphs>38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지윤 박</dc:creator>
  <cp:lastModifiedBy>지윤 박</cp:lastModifiedBy>
  <cp:revision>2</cp:revision>
  <dcterms:created xsi:type="dcterms:W3CDTF">2026-07-14T20:12:30Z</dcterms:created>
  <dcterms:modified xsi:type="dcterms:W3CDTF">2026-07-14T22:21:22Z</dcterms:modified>
</cp:coreProperties>
</file>